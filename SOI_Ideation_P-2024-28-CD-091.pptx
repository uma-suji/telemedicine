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4"/>
  </p:sldMasterIdLst>
  <p:sldIdLst>
    <p:sldId id="256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38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34975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3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38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5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39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73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64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10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77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8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39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23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52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31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43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22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deo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5648" y="640080"/>
            <a:ext cx="7693151" cy="1920240"/>
          </a:xfrm>
        </p:spPr>
        <p:txBody>
          <a:bodyPr anchor="b">
            <a:normAutofit/>
          </a:bodyPr>
          <a:lstStyle/>
          <a:p>
            <a:pPr algn="l"/>
            <a:r>
              <a:rPr lang="en-IN" sz="4700" dirty="0" err="1"/>
              <a:t>SoI</a:t>
            </a:r>
            <a:r>
              <a:rPr lang="en-IN" sz="4700" dirty="0"/>
              <a:t> Ideation Stage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5504" y="2906133"/>
            <a:ext cx="8136848" cy="1572768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90000"/>
              </a:lnSpc>
              <a:defRPr sz="1600"/>
            </a:pP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Access for Rural Healthcare in Nabha</a:t>
            </a:r>
          </a:p>
          <a:p>
            <a:pPr algn="l">
              <a:lnSpc>
                <a:spcPct val="170000"/>
              </a:lnSpc>
              <a:defRPr sz="1600"/>
            </a:pP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Retro Roots | Lead : Swathmika</a:t>
            </a:r>
          </a:p>
          <a:p>
            <a:pPr algn="l">
              <a:lnSpc>
                <a:spcPct val="170000"/>
              </a:lnSpc>
              <a:defRPr sz="1600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Members:Umamageshwari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Subetha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Subhasini ,Sarvajit</a:t>
            </a: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Mentor: NandhaKumar|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Vertical: CD | Cohort: 2024-25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End‑User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Nabha Civil Hospital is severely understaffed (11/23 doctors), forcing rural patients to travel long distances only to face specialist unavailability and medicine stock-outs, worsening health outcomes.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End-User: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Rural patients and daily-wage workers from 173 villages near Nabha, with limited internet and digital literacy.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Evidence/Insight: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operates at &lt;50% doctor capacity.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31% of rural Punjab households have internet</a:t>
            </a:r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Persona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"Balwinder," 42, farmer and daily-wage worker.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Consult a specialist without losing a day's wages.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Frustrations: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Previous hospital visit was wasted due to doctor unavailability.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Uses a basic smartphone with slow, intermittent internet.</a:t>
            </a:r>
          </a:p>
          <a:p>
            <a:pPr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 Canvas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924882"/>
              </p:ext>
            </p:extLst>
          </p:nvPr>
        </p:nvGraphicFramePr>
        <p:xfrm>
          <a:off x="554736" y="1975104"/>
          <a:ext cx="8229600" cy="44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208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Jobs: 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Remote doctor consultation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Get prescribed medicines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Healthcare without wage loss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Pains: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Wasted hospital trips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Medicine not available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Poor internet connection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Gains: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Quick specialist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Medicines available locally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Save travel costs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Solution: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Simple telemedicine app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Pharmacy stock checker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Voice commands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Pain Relievers: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wasted trips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Works basic phones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Finds available medicines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 Creators: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Saves time &amp; money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Specialist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Continuous care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Notes: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Voice-first design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Local pharmacy partners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Assumptions: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Doctors will participate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Patients have phones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Networks work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Evidence/Signals: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Few doctors available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internet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Medicines often out-of-stock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1 –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Arogya Sathi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288" y="2303206"/>
            <a:ext cx="7704667" cy="333281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Low-bandwidth telemedicine app for video consultations.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Video calls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Offline health records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SMS reminders.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Direct doctor access from home, saving time and money.</a:t>
            </a:r>
          </a:p>
          <a:p>
            <a:pPr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e-Dawai Connect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Platform linking prescriptions to local pharmacy stock.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Prescription scanner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Pharmacy stock map.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Ensures prescribed medicines are available nearby.</a:t>
            </a:r>
          </a:p>
          <a:p>
            <a:pPr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3 –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Swasthya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Vault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7939" y="2332704"/>
            <a:ext cx="7704667" cy="333281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Offline-first portable digital health records.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USSD/SMS record access</a:t>
            </a:r>
          </a:p>
          <a:p>
            <a:pPr marL="45720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QR code for caregivers.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Continuity of care, even without internet.</a:t>
            </a:r>
          </a:p>
          <a:p>
            <a:pPr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145518"/>
            <a:ext cx="7704667" cy="1981200"/>
          </a:xfrm>
        </p:spPr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Evaluation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Desirability • Feasibility • Viability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440117"/>
              </p:ext>
            </p:extLst>
          </p:nvPr>
        </p:nvGraphicFramePr>
        <p:xfrm>
          <a:off x="719666" y="2102136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Criteria / Idea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 1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 2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 3</a:t>
                      </a: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Desirability (user appeal)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Feasibility (technical)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Viability (sustainable)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Idea &amp;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0792" y="2342536"/>
            <a:ext cx="7704667" cy="333281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Idea: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Arogya Sathi (Idea 1)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Multilingual, low-bandwidth telemedicine app.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Chosen: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Desirability: Solves core problem of doctor access.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Feasibility: Uses established telemedicine tech.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Viability: Aligns with government health goals.</a:t>
            </a:r>
          </a:p>
          <a:p>
            <a:pPr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40136"/>
          </a:xfrm>
        </p:spPr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Features &amp; Prioritization (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MoSCoW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142996"/>
              </p:ext>
            </p:extLst>
          </p:nvPr>
        </p:nvGraphicFramePr>
        <p:xfrm>
          <a:off x="982133" y="2279117"/>
          <a:ext cx="770466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2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Must‑Have (critical for PoC)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 registration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Low-bandwidth video calls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Doctor dashboard.</a:t>
                      </a:r>
                      <a:endParaRPr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Should‑Have (important)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Downloadable consultation summary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SMS reminders.</a:t>
                      </a:r>
                      <a:endParaRPr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Could‑Have (nice to include)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Medicine stock check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Text-based symptom checker.</a:t>
                      </a:r>
                      <a:endParaRPr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Won’t‑Have (for now)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Full UHI compliance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Complex AI diagnostics.</a:t>
                      </a:r>
                      <a:endParaRPr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05839"/>
          </a:xfrm>
        </p:spPr>
        <p:txBody>
          <a:bodyPr/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Toward PoC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246691"/>
              </p:ext>
            </p:extLst>
          </p:nvPr>
        </p:nvGraphicFramePr>
        <p:xfrm>
          <a:off x="584522" y="2007051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Owner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/ Validation</a:t>
                      </a: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Build basic prototype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October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Working video call demo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Test on 2G networks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November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Punjabi/Hindi interface demo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Get hospital partners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November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Doctor participation confirmed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Launch village pilot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Manager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December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Basic functionality verified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Nabha Civil Hospital Staff Data: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Internal hospital records and public health reports (2023-2024).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Internet Penetration: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TRAI (Telecom Regulatory Authority of India) Performance Indicators Report, 2023.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Framework: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IDEO.org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d.school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Stanford - Human-Centered Design Guides.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Research: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Primary field interviews conducted with patients in Nabha region, September 2024.</a:t>
            </a:r>
          </a:p>
          <a:p>
            <a:pPr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D9324C02AF684081B0638F841F77A7" ma:contentTypeVersion="7" ma:contentTypeDescription="Create a new document." ma:contentTypeScope="" ma:versionID="34167c692540df5cdfea6741fa766840">
  <xsd:schema xmlns:xsd="http://www.w3.org/2001/XMLSchema" xmlns:xs="http://www.w3.org/2001/XMLSchema" xmlns:p="http://schemas.microsoft.com/office/2006/metadata/properties" xmlns:ns2="8f4bcbf8-e4fe-49fe-9064-aa6724e1aff7" targetNamespace="http://schemas.microsoft.com/office/2006/metadata/properties" ma:root="true" ma:fieldsID="94b216459a23529f925433b6a1c2b6ee" ns2:_="">
    <xsd:import namespace="8f4bcbf8-e4fe-49fe-9064-aa6724e1af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bcbf8-e4fe-49fe-9064-aa6724e1af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F5B329-C347-491D-93CD-609F710B459C}">
  <ds:schemaRefs>
    <ds:schemaRef ds:uri="http://purl.org/dc/elements/1.1/"/>
    <ds:schemaRef ds:uri="http://schemas.microsoft.com/office/2006/metadata/properties"/>
    <ds:schemaRef ds:uri="8f4bcbf8-e4fe-49fe-9064-aa6724e1aff7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1AA1407-9A36-4309-9A97-EFA165BFA4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D5099C-6772-4A46-BB7F-6E9FB00AF9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4bcbf8-e4fe-49fe-9064-aa6724e1af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64</TotalTime>
  <Words>686</Words>
  <Application>Microsoft Office PowerPoint</Application>
  <PresentationFormat>On-screen Show (4:3)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Corbel</vt:lpstr>
      <vt:lpstr>Times New Roman</vt:lpstr>
      <vt:lpstr>Parallax</vt:lpstr>
      <vt:lpstr>SoI Ideation Stage Template</vt:lpstr>
      <vt:lpstr>Problem &amp; End‑User Recap</vt:lpstr>
      <vt:lpstr>User Personal (Optional)</vt:lpstr>
      <vt:lpstr>Value Proposition Canvas (Optional)</vt:lpstr>
      <vt:lpstr>Idea 1 – Arogya Sathi</vt:lpstr>
      <vt:lpstr>Idea 2– e-Dawai Connect</vt:lpstr>
      <vt:lpstr>Idea 3 – e-Swasthya Vault</vt:lpstr>
      <vt:lpstr>Idea Evaluation  Desirability • Feasibility • Viability</vt:lpstr>
      <vt:lpstr>Selected Idea &amp; Justification</vt:lpstr>
      <vt:lpstr>Solution Features &amp; Prioritization (MoSCoW)</vt:lpstr>
      <vt:lpstr>Next Steps Toward PoC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Thiruvaazhi Uloli</dc:creator>
  <cp:keywords/>
  <dc:description>generated using python-pptx</dc:description>
  <cp:lastModifiedBy>Swathmika Sivakumar</cp:lastModifiedBy>
  <cp:revision>4</cp:revision>
  <dcterms:created xsi:type="dcterms:W3CDTF">2013-01-27T09:14:16Z</dcterms:created>
  <dcterms:modified xsi:type="dcterms:W3CDTF">2025-10-09T12:27:11Z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0x0101004AD9324C02AF684081B0638F841F77A7</vt:lpwstr>
  </property>
</Properties>
</file>